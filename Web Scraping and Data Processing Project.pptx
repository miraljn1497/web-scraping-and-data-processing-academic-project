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88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5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2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6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0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5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8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51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09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98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8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E1D51-27C5-4D3E-A687-16D05BFEE7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BCADE2C-5DAF-4FA7-8F4E-968A6E35751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57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F83B-17F4-2D0D-7F16-5686DFE89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Web Scraping and Data Processing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F3A6F-0333-FCAA-380B-5F4047AF0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dirty="0"/>
              <a:t>Analysis of BooksToScrape.com website</a:t>
            </a:r>
          </a:p>
          <a:p>
            <a:pPr marL="457200" indent="-457200" algn="l">
              <a:buAutoNum type="arabicParenR"/>
            </a:pPr>
            <a:r>
              <a:rPr lang="en-IN" dirty="0"/>
              <a:t>Name : Miral Jandial</a:t>
            </a:r>
          </a:p>
          <a:p>
            <a:pPr marL="457200" indent="-457200" algn="l">
              <a:buAutoNum type="arabicParenR"/>
            </a:pPr>
            <a:r>
              <a:rPr lang="en-IN" dirty="0"/>
              <a:t>Student Number : mj250973</a:t>
            </a:r>
          </a:p>
          <a:p>
            <a:pPr marL="457200" indent="-457200" algn="l">
              <a:buAutoNum type="arabicParenR"/>
            </a:pPr>
            <a:r>
              <a:rPr lang="en-IN" dirty="0"/>
              <a:t>Course : Web Scraping and Data Processing</a:t>
            </a:r>
          </a:p>
          <a:p>
            <a:pPr marL="457200" indent="-457200" algn="l">
              <a:buFont typeface="Arial" panose="020B0604020202020204" pitchFamily="34" charset="0"/>
              <a:buAutoNum type="arabicParenR"/>
            </a:pPr>
            <a:r>
              <a:rPr lang="en-IN" dirty="0"/>
              <a:t>Lecturer Name : </a:t>
            </a:r>
            <a:r>
              <a:rPr lang="en-IN" b="1" dirty="0"/>
              <a:t>MOPIDEVI Murali Krishna</a:t>
            </a:r>
          </a:p>
          <a:p>
            <a:pPr marL="457200" indent="-457200" algn="l">
              <a:buFont typeface="Arial" panose="020B0604020202020204" pitchFamily="34" charset="0"/>
              <a:buAutoNum type="arabicParenR"/>
            </a:pPr>
            <a:r>
              <a:rPr lang="en-IN" b="1" dirty="0"/>
              <a:t>Submission Date : 18</a:t>
            </a:r>
            <a:r>
              <a:rPr lang="en-IN" b="1" baseline="30000" dirty="0"/>
              <a:t>th</a:t>
            </a:r>
            <a:r>
              <a:rPr lang="en-IN" b="1" dirty="0"/>
              <a:t> January, 2026</a:t>
            </a:r>
          </a:p>
          <a:p>
            <a:pPr marL="457200" indent="-457200" algn="l">
              <a:buAutoNum type="arabicParenR"/>
            </a:pPr>
            <a:endParaRPr lang="en-IN" dirty="0"/>
          </a:p>
          <a:p>
            <a:pPr marL="457200" indent="-457200" algn="l">
              <a:buAutoNum type="arabicParenR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95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0A88-CC51-DE71-46C4-876B2969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43389"/>
          </a:xfrm>
        </p:spPr>
        <p:txBody>
          <a:bodyPr/>
          <a:lstStyle/>
          <a:p>
            <a:pPr algn="ctr"/>
            <a:r>
              <a:rPr lang="en-IN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173586-A3B1-B110-30A0-8DF080426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9"/>
            <a:ext cx="109600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focuses on collecting and analyzing book data from BooksToScrape.com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goal is to demonstrate the complete data science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includes web scraping, database storage, visualization, preprocessing,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39482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71E9-BB68-38E5-899C-48D9325D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257"/>
            <a:ext cx="10515600" cy="1219200"/>
          </a:xfrm>
        </p:spPr>
        <p:txBody>
          <a:bodyPr/>
          <a:lstStyle/>
          <a:p>
            <a:pPr algn="ctr"/>
            <a:r>
              <a:rPr lang="en-IN" dirty="0"/>
              <a:t>Website Selection – BooksToScrape.com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827A25-4CFC-36D2-232C-D9F3F67F22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6911" y="3539629"/>
            <a:ext cx="94981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BooksToScrape.com was chosen because it allows web scraping for educational purposes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website contains structured and rich book data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includes useful attributes such as price, rating, and availability</a:t>
            </a:r>
          </a:p>
        </p:txBody>
      </p:sp>
    </p:spTree>
    <p:extLst>
      <p:ext uri="{BB962C8B-B14F-4D97-AF65-F5344CB8AC3E}">
        <p14:creationId xmlns:p14="http://schemas.microsoft.com/office/powerpoint/2010/main" val="259721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A393-3D02-0A77-C33A-16AB4265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Architecture &amp;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39652-8882-10FF-EF7D-F27920CD4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10210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scraping using Python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stored in CSV files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loaded into SQLite database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visualization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and feature engineering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5406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B71A-AE95-B112-3F81-8CD07302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Web Scraping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D01685-50C9-3A24-80EB-5201A58ADF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Python libraries: Requests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data from 50 pages of the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Scraped attributes: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title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raw data into CSV format</a:t>
            </a:r>
          </a:p>
        </p:txBody>
      </p:sp>
    </p:spTree>
    <p:extLst>
      <p:ext uri="{BB962C8B-B14F-4D97-AF65-F5344CB8AC3E}">
        <p14:creationId xmlns:p14="http://schemas.microsoft.com/office/powerpoint/2010/main" val="2020629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65B1-053C-10F3-0629-2C135A52C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9343"/>
            <a:ext cx="9144000" cy="1251857"/>
          </a:xfrm>
        </p:spPr>
        <p:txBody>
          <a:bodyPr>
            <a:normAutofit/>
          </a:bodyPr>
          <a:lstStyle/>
          <a:p>
            <a:r>
              <a:rPr lang="en-IN" sz="4400" dirty="0"/>
              <a:t>Saving Data into Database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739957-3EF2-5A25-6620-FE742A3866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data loaded into SQLite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 table named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 was chosen for simplicity and portability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 using SQL queries</a:t>
            </a:r>
          </a:p>
        </p:txBody>
      </p:sp>
    </p:spTree>
    <p:extLst>
      <p:ext uri="{BB962C8B-B14F-4D97-AF65-F5344CB8AC3E}">
        <p14:creationId xmlns:p14="http://schemas.microsoft.com/office/powerpoint/2010/main" val="88773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92A9-7D3E-56AF-712D-E335B0AB4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9723"/>
          </a:xfrm>
        </p:spPr>
        <p:txBody>
          <a:bodyPr>
            <a:normAutofit fontScale="90000"/>
          </a:bodyPr>
          <a:lstStyle/>
          <a:p>
            <a:r>
              <a:rPr lang="en-IN" dirty="0"/>
              <a:t>Data Visualization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D934DF-5DE6-DCBE-48A1-5C878DF149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answers key business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analyze pricing, ratings, and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 allow dynamic exploration</a:t>
            </a:r>
          </a:p>
        </p:txBody>
      </p:sp>
    </p:spTree>
    <p:extLst>
      <p:ext uri="{BB962C8B-B14F-4D97-AF65-F5344CB8AC3E}">
        <p14:creationId xmlns:p14="http://schemas.microsoft.com/office/powerpoint/2010/main" val="214393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3CC8-478C-98C9-E73A-580DDDCED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880608"/>
          </a:xfrm>
        </p:spPr>
        <p:txBody>
          <a:bodyPr>
            <a:normAutofit fontScale="90000"/>
          </a:bodyPr>
          <a:lstStyle/>
          <a:p>
            <a:r>
              <a:rPr lang="en-IN" dirty="0"/>
              <a:t>Dashboard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30C43E-3CE8-5661-912E-1A65B9A139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books are priced between £20 and £40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of books have Three and Four star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Higher-rated books tend to have slightly higher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90% of books are in stock</a:t>
            </a:r>
          </a:p>
        </p:txBody>
      </p:sp>
    </p:spTree>
    <p:extLst>
      <p:ext uri="{BB962C8B-B14F-4D97-AF65-F5344CB8AC3E}">
        <p14:creationId xmlns:p14="http://schemas.microsoft.com/office/powerpoint/2010/main" val="399041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A690-A768-246C-8D1E-D5B5B5E2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2232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Data Preprocessing &amp; 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1AB42-6C03-35A7-ED5C-C5CF206654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3259614"/>
            <a:ext cx="82404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ratings from text to numerical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Encoded availability into binary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numerical features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984085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3572-49E3-4AE4-6BBC-344193BFE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043894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9E1EB7-2D80-1170-41AD-C095F729A9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book availability (In stock / Out of stock)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processed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multiple machine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54613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9E63-7294-F3AC-C695-3E1D12F5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Machine Learning Models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2BE709-BD36-807A-6235-6D26D84E8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5486" y="3132002"/>
            <a:ext cx="65532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</a:t>
            </a:r>
          </a:p>
        </p:txBody>
      </p:sp>
    </p:spTree>
    <p:extLst>
      <p:ext uri="{BB962C8B-B14F-4D97-AF65-F5344CB8AC3E}">
        <p14:creationId xmlns:p14="http://schemas.microsoft.com/office/powerpoint/2010/main" val="383634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D55D-9C2D-201E-98CE-4ED8D2BD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657"/>
            <a:ext cx="10515600" cy="1741714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Model Evaluation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DBD978-F9C3-8B33-59C8-AC6C5559E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evaluated using accuracy and classification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performed best overall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Provided balanced performance and robustness</a:t>
            </a:r>
          </a:p>
        </p:txBody>
      </p:sp>
    </p:spTree>
    <p:extLst>
      <p:ext uri="{BB962C8B-B14F-4D97-AF65-F5344CB8AC3E}">
        <p14:creationId xmlns:p14="http://schemas.microsoft.com/office/powerpoint/2010/main" val="2074904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6C90-FE7E-5372-981E-4ADAAAEE6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185408"/>
          </a:xfrm>
        </p:spPr>
        <p:txBody>
          <a:bodyPr>
            <a:normAutofit/>
          </a:bodyPr>
          <a:lstStyle/>
          <a:p>
            <a:r>
              <a:rPr lang="en-IN" sz="4400" dirty="0"/>
              <a:t>Best Performing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818A19-35F3-3B96-2154-9B87441124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 selected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with new sample data successfully</a:t>
            </a:r>
          </a:p>
        </p:txBody>
      </p:sp>
    </p:spTree>
    <p:extLst>
      <p:ext uri="{BB962C8B-B14F-4D97-AF65-F5344CB8AC3E}">
        <p14:creationId xmlns:p14="http://schemas.microsoft.com/office/powerpoint/2010/main" val="361153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D29B-DBE3-2BE7-451A-C9F6255D1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58837"/>
          </a:xfrm>
        </p:spPr>
        <p:txBody>
          <a:bodyPr>
            <a:normAutofit fontScale="90000"/>
          </a:bodyPr>
          <a:lstStyle/>
          <a:p>
            <a:r>
              <a:rPr lang="en-IN" dirty="0"/>
              <a:t>Challenges &amp; 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DE808F-E6B5-2E67-B467-52FDA1BE0A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0200" y="3221039"/>
            <a:ext cx="9144000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categorical data → solved using encoding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correct ML target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clean and consistent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the complete workflow</a:t>
            </a:r>
          </a:p>
        </p:txBody>
      </p:sp>
    </p:spTree>
    <p:extLst>
      <p:ext uri="{BB962C8B-B14F-4D97-AF65-F5344CB8AC3E}">
        <p14:creationId xmlns:p14="http://schemas.microsoft.com/office/powerpoint/2010/main" val="3101152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C25F-538C-855E-9E44-CB93DA1B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22123"/>
          </a:xfrm>
        </p:spPr>
        <p:txBody>
          <a:bodyPr/>
          <a:lstStyle/>
          <a:p>
            <a:r>
              <a:rPr lang="en-IN" dirty="0"/>
              <a:t>Key Learnings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3A160C-86D0-E177-8E28-A10E7435EE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categorical data → solved using encoding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correct ML target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clean and consistent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the complete workflow</a:t>
            </a:r>
          </a:p>
        </p:txBody>
      </p:sp>
    </p:spTree>
    <p:extLst>
      <p:ext uri="{BB962C8B-B14F-4D97-AF65-F5344CB8AC3E}">
        <p14:creationId xmlns:p14="http://schemas.microsoft.com/office/powerpoint/2010/main" val="2854486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9658-64E7-F5A4-948D-230AE5B6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C674E-171A-3B50-35E8-59B0E8C791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completed an end-to-end data science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hands-on experience in real-world data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practical and theoretical knowledge</a:t>
            </a:r>
          </a:p>
        </p:txBody>
      </p:sp>
    </p:spTree>
    <p:extLst>
      <p:ext uri="{BB962C8B-B14F-4D97-AF65-F5344CB8AC3E}">
        <p14:creationId xmlns:p14="http://schemas.microsoft.com/office/powerpoint/2010/main" val="41398904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FFFFFF"/>
      </a:dk1>
      <a:lt1>
        <a:sysClr val="window" lastClr="2D3236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446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Gill Sans MT</vt:lpstr>
      <vt:lpstr>Gallery</vt:lpstr>
      <vt:lpstr>Web Scraping and Data Processing Project</vt:lpstr>
      <vt:lpstr>Project Overview</vt:lpstr>
      <vt:lpstr>Website Selection – BooksToScrape.com</vt:lpstr>
      <vt:lpstr>Project Architecture &amp; Workflow</vt:lpstr>
      <vt:lpstr>Web Scraping</vt:lpstr>
      <vt:lpstr>Saving Data into Database</vt:lpstr>
      <vt:lpstr>Data Visualization Dashboard</vt:lpstr>
      <vt:lpstr>Dashboard Insights</vt:lpstr>
      <vt:lpstr>Data Preprocessing &amp; Feature Engineering</vt:lpstr>
      <vt:lpstr>Machine Learning Objective</vt:lpstr>
      <vt:lpstr>Machine Learning Models Used</vt:lpstr>
      <vt:lpstr>Model Evaluation </vt:lpstr>
      <vt:lpstr>Best Performing Model</vt:lpstr>
      <vt:lpstr>Challenges &amp; Solutions</vt:lpstr>
      <vt:lpstr>Key Learnings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Miral Jandial</dc:creator>
  <cp:lastModifiedBy>Miral Jandial</cp:lastModifiedBy>
  <cp:revision>1</cp:revision>
  <dcterms:created xsi:type="dcterms:W3CDTF">2026-01-17T22:54:53Z</dcterms:created>
  <dcterms:modified xsi:type="dcterms:W3CDTF">2026-01-17T23:44:20Z</dcterms:modified>
</cp:coreProperties>
</file>